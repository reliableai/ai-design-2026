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D185-AD73-2550-B0B7-78906BC0C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C5F5D-1154-540D-EAB8-E09A0FF96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B9956-0058-2E5D-F170-CA603AC5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C5359-19E4-976E-E79C-1979C9A0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1FDA8-B333-71C9-1620-208E7353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4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22E1-4E94-7E2B-2580-CC19B4DE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72013-B60D-EFE8-1CB4-435CC4CC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524A-98D9-BC67-15C0-5300A51DD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EA6F6-6F89-91CA-96D1-DC5C50F4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9E277-D613-7793-1FC3-6E4F4C3A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4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059C-F201-A1BB-2F5F-B903467E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60953-85C8-E4A3-8FFD-0ADFC456C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2F614-C306-D926-76C2-AA9B5E3A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20F2F-000D-E975-BC8D-9FDF3330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243EB-09D6-AF1B-D09E-0F52F497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0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1DFB-E7D3-AD69-CD62-714229CB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10A59-E5C8-3EC9-B353-13C53738F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1C698-303B-469D-02EC-4246C311F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8160B-620B-4EFE-CAF9-71571E6F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1EBCB-7319-657B-6D77-6950E43C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79E64-B625-F64F-A515-3241A8DB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31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D513-53BE-FFEB-6CF9-448AC94A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A8B06-22E9-0AC5-9CA8-DF63417B3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3E0DF-E473-834B-2159-9CAE5C2D2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43987-8384-5007-9852-D57203A44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734D9-2636-075C-1514-9C4ABC892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3C920-C7F8-E84E-C7B6-A5DFB6FC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3E806-7756-0495-6E4B-441D2EBC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7DAEF-9B95-19BD-1F9E-8882F5EC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4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9F53-D48E-BCB4-734E-F99BB7D4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E3B69-E583-9476-EC1A-D88CE154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BAAB0-1CE8-13AC-7ED6-F5FBF1CD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7078D-3E5F-1203-149C-2FE3DC5B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8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D58B2-67D8-AA4C-A68E-1CE969F2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75150-E946-B40E-3DF5-8D70C2E5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4DE3-1B5B-057E-D1E1-6D03184C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8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AB64-53D4-ACC7-6400-A31AD569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34D2A-E9C0-830D-14C4-5BB7BCF73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2850C-2FB7-91AD-B6D0-84A589376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F2699-A32F-A692-89BA-55A6C6EF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C3274-E3B4-1D24-2FB9-CF0FE3AE8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AE07E-1E60-73A7-3AF6-8847E322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7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41DC-D878-61BA-E34A-A4A458F0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FC067-CFE8-5395-E332-82F005889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148FC-4556-B490-AA4B-1549A65B5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80B60-7479-1DE5-7EF9-98ED1622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60423-93B5-C330-8681-8D28FE6B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94F30-A4F5-7268-CB76-3924F76A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3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0F1D-4FB6-F494-B994-C4E14B83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14467-B8BD-41D7-7E9D-93AF72159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C4400-EA94-A3F8-ED49-3072E9A2E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DE6BD-B2DA-58B0-EF2D-9C0C6054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BE330-70F4-5135-1B16-8B63AA17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5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55BA6-45CD-FE96-753F-96DAFE2F8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C68D6-3BB4-F53E-DC9C-40DDC783D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3329A-207B-A9DF-6D6F-A2B55051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84A75-9012-DF41-9F61-939B8704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74EE5-92C8-A3BD-83C8-3AB5C82E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9A1A0-FE0D-F384-F6CC-40CF00DB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A35CA-3A59-4DA3-8E1A-EDD3996C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1AC90-5191-0268-2B7D-B370BA487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86560-7958-D944-B31D-CD2D3C5F6A19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4B382-630B-806D-33A3-13634BABD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A2E51-139B-87EA-C093-E547D6D14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00B86-FD26-4443-A4D6-749B9BA3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2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B516-D0C2-D79E-CE38-7197D2CAE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“Eval” in Software 3.0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67B59-83EC-2F84-8F98-F740DE780C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6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“Eval” in Software 3.0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Casati, Fabio</dc:creator>
  <cp:lastModifiedBy>Casati, Fabio</cp:lastModifiedBy>
  <cp:revision>1</cp:revision>
  <dcterms:created xsi:type="dcterms:W3CDTF">2026-03-22T11:39:24Z</dcterms:created>
  <dcterms:modified xsi:type="dcterms:W3CDTF">2026-03-22T11:40:05Z</dcterms:modified>
</cp:coreProperties>
</file>