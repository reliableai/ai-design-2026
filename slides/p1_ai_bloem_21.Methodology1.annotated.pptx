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383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68904"/>
  </p:normalViewPr>
  <p:slideViewPr>
    <p:cSldViewPr snapToGrid="0" snapToObjects="1">
      <p:cViewPr varScale="1">
        <p:scale>
          <a:sx n="81" d="100"/>
          <a:sy n="81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8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You compare models to 8igure out which is the best.</a:t>
            </a:r>
          </a:p>
          <a:p>
            <a:r>
              <a:rPr dirty="0"/>
              <a:t>Ultimately, to choose which model you want to use in</a:t>
            </a:r>
          </a:p>
          <a:p>
            <a:r>
              <a:rPr dirty="0"/>
              <a:t>production.</a:t>
            </a:r>
          </a:p>
          <a:p>
            <a:r>
              <a:rPr dirty="0"/>
              <a:t>This could be literally the production version of a piece of</a:t>
            </a:r>
          </a:p>
          <a:p>
            <a:r>
              <a:rPr dirty="0"/>
              <a:t>software, or just the model whose predictions you decide to</a:t>
            </a:r>
          </a:p>
          <a:p>
            <a:r>
              <a:rPr dirty="0"/>
              <a:t>use in the future.</a:t>
            </a:r>
          </a:p>
          <a:p>
            <a:r>
              <a:rPr dirty="0"/>
              <a:t>Sometimes you are comparing different model types (a</a:t>
            </a:r>
          </a:p>
          <a:p>
            <a:r>
              <a:rPr dirty="0"/>
              <a:t>decision tree vs a linear model), but you might also be</a:t>
            </a:r>
          </a:p>
          <a:p>
            <a:r>
              <a:rPr dirty="0"/>
              <a:t>comparing different ways of con8iguring the same model</a:t>
            </a:r>
          </a:p>
          <a:p>
            <a:r>
              <a:rPr dirty="0"/>
              <a:t>type. For instance in the </a:t>
            </a:r>
            <a:r>
              <a:rPr dirty="0" err="1"/>
              <a:t>kNN</a:t>
            </a:r>
            <a:r>
              <a:rPr dirty="0"/>
              <a:t> classi8ier, how many</a:t>
            </a:r>
          </a:p>
          <a:p>
            <a:r>
              <a:rPr dirty="0" err="1"/>
              <a:t>neighbours</a:t>
            </a:r>
            <a:r>
              <a:rPr dirty="0"/>
              <a:t> (k) should we look at to determine our</a:t>
            </a:r>
          </a:p>
          <a:p>
            <a:r>
              <a:rPr dirty="0"/>
              <a:t>classi8ication?</a:t>
            </a:r>
          </a:p>
          <a:p>
            <a:r>
              <a:rPr dirty="0"/>
              <a:t>With the 2D dataset, we can look at the decision boundary,</a:t>
            </a:r>
          </a:p>
          <a:p>
            <a:r>
              <a:rPr dirty="0"/>
              <a:t>and make a visual judgment. Usually, that’s not the case: our</a:t>
            </a:r>
          </a:p>
          <a:p>
            <a:r>
              <a:rPr dirty="0"/>
              <a:t>feature space will have hundreds of dimensions, and we’ll</a:t>
            </a:r>
          </a:p>
          <a:p>
            <a:r>
              <a:rPr dirty="0"/>
              <a:t>need to measure the performance of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We’ve already seen what happens when you evaluate on the</a:t>
            </a:r>
          </a:p>
          <a:p>
            <a:r>
              <a:t>training data. A model that 8its the training data perfectly</a:t>
            </a:r>
          </a:p>
          <a:p>
            <a:r>
              <a:t>may not be much use when it comes to data you haven't</a:t>
            </a:r>
          </a:p>
          <a:p>
            <a:r>
              <a:t>seen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the 8irst thing we do in machine learning is withhold</a:t>
            </a:r>
          </a:p>
          <a:p>
            <a:r>
              <a:t>some data. We train our classi8iers on the training data and</a:t>
            </a:r>
          </a:p>
          <a:p>
            <a:r>
              <a:t>test on the test data. That way, if we get good performance,</a:t>
            </a:r>
          </a:p>
          <a:p>
            <a:r>
              <a:t>we know that we’re likely to get a good performance on</a:t>
            </a:r>
          </a:p>
          <a:p>
            <a:r>
              <a:t>future data as well, and we haven’t just memorised random</a:t>
            </a:r>
          </a:p>
          <a:p>
            <a:r>
              <a:t>8luctuations in the training data.</a:t>
            </a:r>
          </a:p>
          <a:p>
            <a:r>
              <a:t>How should we split our data? The most important factor is</a:t>
            </a:r>
          </a:p>
          <a:p>
            <a:r>
              <a:t>the size in instances of the test data. The bigger this</a:t>
            </a:r>
          </a:p>
          <a:p>
            <a:r>
              <a:t>number, the more precise our estimate of our model’s error.</a:t>
            </a:r>
          </a:p>
          <a:p>
            <a:r>
              <a:t>Ideally, we separate 10 000 test instances, and use</a:t>
            </a:r>
          </a:p>
          <a:p>
            <a:r>
              <a:t>whatever we have left over as training data. Unfortunately,</a:t>
            </a:r>
          </a:p>
          <a:p>
            <a:r>
              <a:t>this is not always realistic. We’ll look at this a little more</a:t>
            </a:r>
          </a:p>
          <a:p>
            <a:r>
              <a:t>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But even if we withhold some test data, we can still go</a:t>
            </a:r>
          </a:p>
          <a:p>
            <a:r>
              <a:t>wrong. We’ll use k nearest neighbours (kNN) as a running</a:t>
            </a:r>
          </a:p>
          <a:p>
            <a:r>
              <a:t>example. Remember, kNN assigns the class of the k nearest</a:t>
            </a:r>
          </a:p>
          <a:p>
            <a:r>
              <a:t>points.</a:t>
            </a:r>
          </a:p>
          <a:p>
            <a:r>
              <a:t>k is what is called a hyperparameter. We need to choose</a:t>
            </a:r>
          </a:p>
          <a:p>
            <a:r>
              <a:t>its value in some way before we run the algorithm. The</a:t>
            </a:r>
          </a:p>
          <a:p>
            <a:r>
              <a:t>algorithm doesn't specify how it should be chosen. One way</a:t>
            </a:r>
          </a:p>
          <a:p>
            <a:r>
              <a:t>of choosing k is to try a few values, and to see for which k</a:t>
            </a:r>
          </a:p>
          <a:p>
            <a:r>
              <a:t>we get the best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use the data from the 8irst lecture as an example.</a:t>
            </a:r>
          </a:p>
          <a:p>
            <a:r>
              <a:t>We will take a small subsample of the dataset, so that the</a:t>
            </a:r>
          </a:p>
          <a:p>
            <a:r>
              <a:t>effects that we want to illustrate become exaggerated.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we’ve tested 12 different values of k on the same test</a:t>
            </a:r>
          </a:p>
          <a:p>
            <a:r>
              <a:t>data (using quite a small test set to illustrate the idea). We</a:t>
            </a:r>
          </a:p>
          <a:p>
            <a:r>
              <a:t>can see that for k=1, we get the best performance. We</a:t>
            </a:r>
          </a:p>
          <a:p>
            <a:r>
              <a:t>plotted the test data (with the training data in low opacity).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best run. Should we conclude that k=1 is</a:t>
            </a:r>
          </a:p>
          <a:p>
            <a:r>
              <a:t>de8initely a better setting than k=2 or k=3? Should we</a:t>
            </a:r>
          </a:p>
          <a:p>
            <a:r>
              <a:t>conclude that we can expect an error of 0.16 on any future</a:t>
            </a:r>
          </a:p>
          <a:p>
            <a:r>
              <a:t>data from the same source?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case, we have some more data from the same source,</a:t>
            </a:r>
          </a:p>
          <a:p>
            <a:r>
              <a:t>so we can evaluate the classi8iers again on a fresh test set.</a:t>
            </a:r>
          </a:p>
          <a:p>
            <a:r>
              <a:t>This is a luxury we don't normally have (we normally use all</a:t>
            </a:r>
          </a:p>
          <a:p>
            <a:r>
              <a:t>the data we are given).</a:t>
            </a:r>
          </a:p>
          <a:p>
            <a:r>
              <a:t>What we see is that k=1 no longer gives us the best</a:t>
            </a:r>
          </a:p>
          <a:p>
            <a:r>
              <a:t>performance. In fact, we get a radically different best value</a:t>
            </a:r>
          </a:p>
          <a:p>
            <a:r>
              <a:t>of k, and k=1 now gives us the highest error in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one of the the new best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models, different test sets and the conclusions are</a:t>
            </a:r>
          </a:p>
          <a:p>
            <a:r>
              <a:t>entirely different. We were diligent in splitting our dataset</a:t>
            </a:r>
          </a:p>
          <a:p>
            <a:r>
              <a:t>and evaluating only on withheld data, and yet if we had</a:t>
            </a:r>
          </a:p>
          <a:p>
            <a:r>
              <a:t>done only one run on one dataset, as we normally would,</a:t>
            </a:r>
          </a:p>
          <a:p>
            <a:r>
              <a:t>we would have concluded that k=1 is the best setting and</a:t>
            </a:r>
          </a:p>
          <a:p>
            <a:r>
              <a:t>that an error of 0.16 can be expected with that value.</a:t>
            </a:r>
          </a:p>
          <a:p>
            <a:r>
              <a:t>If we look at the k=1 model from the second run (the one</a:t>
            </a:r>
          </a:p>
          <a:p>
            <a:r>
              <a:t>we chose), we will see that the performance on the new test</a:t>
            </a:r>
          </a:p>
          <a:p>
            <a:r>
              <a:t>set is terrible. If we select a model in this way and take it</a:t>
            </a:r>
          </a:p>
          <a:p>
            <a:r>
              <a:t>into production, we will 8ind that it performs terribly.</a:t>
            </a:r>
          </a:p>
          <a:p>
            <a:r>
              <a:t>So what's happening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essentially the over8itting problem again. Our</a:t>
            </a:r>
          </a:p>
          <a:p>
            <a:r>
              <a:t>method of choosing the hyperparameter k is just another</a:t>
            </a:r>
          </a:p>
          <a:p>
            <a:r>
              <a:t>learning algorithm. By testing so many values of k on such a</a:t>
            </a:r>
          </a:p>
          <a:p>
            <a:r>
              <a:t>small amount of test data, we are over8itting our choice of k</a:t>
            </a:r>
          </a:p>
          <a:p>
            <a:r>
              <a:t>on the test data. The model we choose 8its well because of</a:t>
            </a:r>
          </a:p>
          <a:p>
            <a:r>
              <a:t>random 8luctuations in the data. When we resample the</a:t>
            </a:r>
          </a:p>
          <a:p>
            <a:r>
              <a:t>data, these 8luctuations disappear and the performance</a:t>
            </a:r>
          </a:p>
          <a:p>
            <a:r>
              <a:t>drops.</a:t>
            </a:r>
          </a:p>
          <a:p>
            <a:r>
              <a:t>This is an instance of the multiple testing problem in</a:t>
            </a:r>
          </a:p>
          <a:p>
            <a:r>
              <a:t>statistics. We’re testing so many things, that the likelihood</a:t>
            </a:r>
          </a:p>
          <a:p>
            <a:r>
              <a:t>of a noticeable effect popping up by chance increases. We</a:t>
            </a:r>
          </a:p>
          <a:p>
            <a:r>
              <a:t>are in danger of ascribing meaning to random 8luctuations.</a:t>
            </a:r>
          </a:p>
          <a:p>
            <a:r>
              <a:t>Speci8ically, in our case, the k=1 classi8ier got lucky on a</a:t>
            </a:r>
          </a:p>
          <a:p>
            <a:r>
              <a:t>few examples, that just happened to fall on the right side of</a:t>
            </a:r>
          </a:p>
          <a:p>
            <a:r>
              <a:t>the decision boundary. If we draw some new data, the same</a:t>
            </a:r>
          </a:p>
          <a:p>
            <a:r>
              <a:t>classi8ier won't be lucky again. The more different values of</a:t>
            </a:r>
          </a:p>
          <a:p>
            <a:r>
              <a:t>k we try, the more we are in danger of this kind of random</a:t>
            </a:r>
          </a:p>
          <a:p>
            <a:r>
              <a:t>luck determining which hyperparameters come out 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are many different approaches to machine learning</a:t>
            </a:r>
          </a:p>
          <a:p>
            <a:r>
              <a:t>experimentation, and not every paper you see will follow</a:t>
            </a:r>
          </a:p>
          <a:p>
            <a:r>
              <a:t>this approach, but this is the most common one.</a:t>
            </a:r>
          </a:p>
          <a:p>
            <a:r>
              <a:t>It’s important to mention in your paper that you followed</a:t>
            </a:r>
          </a:p>
          <a:p>
            <a:r>
              <a:t>this approach, since the reader can’t usually see it from the</a:t>
            </a:r>
          </a:p>
          <a:p>
            <a:r>
              <a:t>presented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Just to emphasize the important point: the more you use</a:t>
            </a:r>
          </a:p>
          <a:p>
            <a:r>
              <a:t>the test data, the less reliable your conclusions become.</a:t>
            </a:r>
          </a:p>
          <a:p>
            <a:r>
              <a:t>Figure out what the end of your project is, and do not touch</a:t>
            </a:r>
          </a:p>
          <a:p>
            <a:r>
              <a:t>the test data until the end.</a:t>
            </a:r>
          </a:p>
          <a:p>
            <a:r>
              <a:t>In really important and long-term projects, it’s not a bad</a:t>
            </a:r>
          </a:p>
          <a:p>
            <a:r>
              <a:t>idea to withhold multiple test sets. This allows you to still</a:t>
            </a:r>
          </a:p>
          <a:p>
            <a:r>
              <a:t>test your conclusions in case you’ve ended up using the</a:t>
            </a:r>
          </a:p>
          <a:p>
            <a:r>
              <a:t>original test data too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that you need to test which model to use, which</a:t>
            </a:r>
          </a:p>
          <a:p>
            <a:r>
              <a:t>hyperparameters to give it, and how to extract your</a:t>
            </a:r>
          </a:p>
          <a:p>
            <a:r>
              <a:t>features only on the training data. In order not to evaluate</a:t>
            </a:r>
          </a:p>
          <a:p>
            <a:r>
              <a:t>on the training data for these evaluations, you usually split</a:t>
            </a:r>
          </a:p>
          <a:p>
            <a:r>
              <a:t>the training data again: into a (new) training set and a</a:t>
            </a:r>
          </a:p>
          <a:p>
            <a:r>
              <a:t>validation set.</a:t>
            </a:r>
          </a:p>
          <a:p>
            <a:r>
              <a:t>Ideally, your validation data is the same size as your test set,</a:t>
            </a:r>
          </a:p>
          <a:p>
            <a:r>
              <a:t>but you can make it a little smaller to get some more</a:t>
            </a:r>
          </a:p>
          <a:p>
            <a:r>
              <a:t>training data.</a:t>
            </a:r>
          </a:p>
          <a:p>
            <a:r>
              <a:t>This means that you need to carefully plan your research</a:t>
            </a:r>
          </a:p>
          <a:p>
            <a:r>
              <a:t>process. If you start out with just a single split and keep</a:t>
            </a:r>
          </a:p>
          <a:p>
            <a:r>
              <a:t>testing on the same test data, there’s no going back (you</a:t>
            </a:r>
          </a:p>
          <a:p>
            <a:r>
              <a:t>can’t unsee your test data). And usually, you don’t have the</a:t>
            </a:r>
          </a:p>
          <a:p>
            <a:r>
              <a:t>means to gather some new dataset.</a:t>
            </a:r>
          </a:p>
          <a:p>
            <a:r>
              <a:t>It’s usually 8ine in the 8inal run to append the validation</a:t>
            </a:r>
          </a:p>
          <a:p>
            <a:r>
              <a:t>data to your training data. This is not always the case</a:t>
            </a:r>
          </a:p>
          <a:p>
            <a:r>
              <a:t>however, so if you use a standard benchmark you should</a:t>
            </a:r>
          </a:p>
          <a:p>
            <a:r>
              <a:t>check if this is allowed, and if you use your own dataset, you</a:t>
            </a:r>
          </a:p>
          <a:p>
            <a:r>
              <a:t>should describe carefully whether you do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may seem like a simple principle to follow, but it goes</a:t>
            </a:r>
          </a:p>
          <a:p>
            <a:r>
              <a:t>wrong a lot. Not just in student papers, also in published</a:t>
            </a:r>
          </a:p>
          <a:p>
            <a:r>
              <a:t>research.</a:t>
            </a:r>
          </a:p>
          <a:p>
            <a:r>
              <a:t>Here’s what you might come across in a bad machine</a:t>
            </a:r>
          </a:p>
          <a:p>
            <a:r>
              <a:t>learning paper. In this (8ictional) example, the authors are</a:t>
            </a:r>
          </a:p>
          <a:p>
            <a:r>
              <a:t>introducing a new method (labeled ours) which has a</a:t>
            </a:r>
          </a:p>
          <a:p>
            <a:r>
              <a:t>hyperparameter k. They are claiming that their model beats</a:t>
            </a:r>
          </a:p>
          <a:p>
            <a:r>
              <a:t>every baseline, because their numbers are higher (for</a:t>
            </a:r>
          </a:p>
          <a:p>
            <a:r>
              <a:t>speci8ic hyperparameters).</a:t>
            </a:r>
          </a:p>
          <a:p>
            <a:r>
              <a:t>These numbers create three impressions that are not</a:t>
            </a:r>
          </a:p>
          <a:p>
            <a:r>
              <a:t>actually validated by this experiment:</a:t>
            </a:r>
          </a:p>
          <a:p>
            <a:r>
              <a:t>That the authors have a better model than the two other •</a:t>
            </a:r>
          </a:p>
          <a:p>
            <a:r>
              <a:t>methods shown.</a:t>
            </a:r>
          </a:p>
          <a:p>
            <a:r>
              <a:t>That if you want to run the model on dataset 1, you •</a:t>
            </a:r>
          </a:p>
          <a:p>
            <a:r>
              <a:t>should use k=3</a:t>
            </a:r>
          </a:p>
          <a:p>
            <a:r>
              <a:t>That if you have data like dataset 1, you can then expect •</a:t>
            </a:r>
          </a:p>
          <a:p>
            <a:r>
              <a:t>an error of 0.08.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what we should do instead. We should use the</a:t>
            </a:r>
          </a:p>
          <a:p>
            <a:r>
              <a:t>training data (with validation withheld) to select our</a:t>
            </a:r>
          </a:p>
          <a:p>
            <a:r>
              <a:t>hyperparameters, make a single choice for k for each</a:t>
            </a:r>
          </a:p>
          <a:p>
            <a:r>
              <a:t>different dataset, and then estimate the accuracy of only</a:t>
            </a:r>
          </a:p>
          <a:p>
            <a:r>
              <a:t>that model.</a:t>
            </a:r>
          </a:p>
          <a:p>
            <a:r>
              <a:t>Note that the numbers have changed, because in the</a:t>
            </a:r>
          </a:p>
          <a:p>
            <a:r>
              <a:t>previous example the authors gave themselves an</a:t>
            </a:r>
          </a:p>
          <a:p>
            <a:r>
              <a:t>advantage by multiple testing. With a proper validation</a:t>
            </a:r>
          </a:p>
          <a:p>
            <a:r>
              <a:t>split, that advantage disappears. These numbers are worse,</a:t>
            </a:r>
          </a:p>
          <a:p>
            <a:r>
              <a:t>but more accurate. (I made these numbers up, but this is</a:t>
            </a:r>
          </a:p>
          <a:p>
            <a:r>
              <a:t>the sort of thing you might see)</a:t>
            </a:r>
          </a:p>
          <a:p>
            <a:r>
              <a:t>Now, we can actually draw the conclusions that the table</a:t>
            </a:r>
          </a:p>
          <a:p>
            <a:r>
              <a:t>implies:</a:t>
            </a:r>
          </a:p>
          <a:p>
            <a:r>
              <a:t>On dataset 3, the new method is the best. •</a:t>
            </a:r>
          </a:p>
          <a:p>
            <a:r>
              <a:t>If we want to use the method on dataset 3 (or similar •</a:t>
            </a:r>
          </a:p>
          <a:p>
            <a:r>
              <a:t>data) we should use k=2</a:t>
            </a:r>
          </a:p>
          <a:p>
            <a:r>
              <a:t>If our data is similar to that of dataset 3, we could expect 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you’ve split off a test and validation set, you may be</a:t>
            </a:r>
          </a:p>
          <a:p>
            <a:r>
              <a:t>left with very little training data. If this is the case, you can</a:t>
            </a:r>
          </a:p>
          <a:p>
            <a:r>
              <a:t>make better use of your training data by performing cross-</a:t>
            </a:r>
          </a:p>
          <a:p>
            <a:r>
              <a:t>validation. You split your data into 5 chunks (“folds”) and</a:t>
            </a:r>
          </a:p>
          <a:p>
            <a:r>
              <a:t>for each speci8ic choice of hyperparameters that you want</a:t>
            </a:r>
          </a:p>
          <a:p>
            <a:r>
              <a:t>to test, you do 8ive runs: each with one of the folds as</a:t>
            </a:r>
          </a:p>
          <a:p>
            <a:r>
              <a:t>validation data. You then average the scores of these runs.</a:t>
            </a:r>
          </a:p>
          <a:p>
            <a:r>
              <a:t>This can be costly (because you need to train 8ive times as</a:t>
            </a:r>
          </a:p>
          <a:p>
            <a:r>
              <a:t>many classi8iers), but you ensure that every instance has</a:t>
            </a:r>
          </a:p>
          <a:p>
            <a:r>
              <a:t>been used as a training example once.</a:t>
            </a:r>
          </a:p>
          <a:p>
            <a:r>
              <a:t>After selecting your hyperparameters with crossvalidation,</a:t>
            </a:r>
          </a:p>
          <a:p>
            <a:r>
              <a:t>you still test once on the test data.</a:t>
            </a:r>
          </a:p>
          <a:p>
            <a:r>
              <a:t>You may occasionally see papers that estimate error of their</a:t>
            </a:r>
          </a:p>
          <a:p>
            <a:r>
              <a:t>8inally chosen model by cross validation as well (splitting</a:t>
            </a:r>
          </a:p>
          <a:p>
            <a:r>
              <a:t>off multiple test sets), but this is a complicated business,</a:t>
            </a:r>
          </a:p>
          <a:p>
            <a:r>
              <a:t>and has fallen out of fashion. We won’t go into in this</a:t>
            </a:r>
          </a:p>
          <a:p>
            <a:r>
              <a:t>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want to do cross-validation in such time sensitive</a:t>
            </a:r>
          </a:p>
          <a:p>
            <a:r>
              <a:t>data, you’ll have to slice the dataset 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are going to use some kind of automated search,</a:t>
            </a:r>
          </a:p>
          <a:p>
            <a:r>
              <a:t>trying a bunch of different combinations of hyperparameter</a:t>
            </a:r>
          </a:p>
          <a:p>
            <a:r>
              <a:t>values, and then trying random samples in the hyper</a:t>
            </a:r>
          </a:p>
          <a:p>
            <a:r>
              <a:t>parameter space is often better than exhaustively checking</a:t>
            </a:r>
          </a:p>
          <a:p>
            <a:r>
              <a:t>a grid. This picture neatly illustrates why. If one parameter</a:t>
            </a:r>
          </a:p>
          <a:p>
            <a:r>
              <a:t>turns out not to be important, and another does, a grid</a:t>
            </a:r>
          </a:p>
          <a:p>
            <a:r>
              <a:t>search restricts us to only three samples over the important</a:t>
            </a:r>
          </a:p>
          <a:p>
            <a:r>
              <a:t>parameter, at the cost training nine different models.</a:t>
            </a:r>
          </a:p>
          <a:p>
            <a:r>
              <a:t>If we randomize the samples, we get nine different values of</a:t>
            </a:r>
          </a:p>
          <a:p>
            <a:r>
              <a:t>each parameter at the same cost.</a:t>
            </a:r>
          </a:p>
          <a:p>
            <a:r>
              <a:t>source: http://www.jmlr.org/papers/volume13/</a:t>
            </a:r>
          </a:p>
          <a:p>
            <a:r>
              <a:t>bergstra12a/bergstra12a.pdf (recommended reading)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0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3"/>
          <a:srcRect r="5730" b="2022"/>
          <a:stretch>
            <a:fillRect/>
          </a:stretch>
        </p:blipFill>
        <p:spPr>
          <a:xfrm>
            <a:off x="349469" y="617243"/>
            <a:ext cx="11493062" cy="52317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51"/>
            <a:ext cx="12191695" cy="67392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76" y="1275377"/>
            <a:ext cx="12191695" cy="4307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5705"/>
            <a:ext cx="12191695" cy="4826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24"/>
            <a:ext cx="12191695" cy="6617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4562"/>
            <a:ext cx="12191695" cy="3528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842"/>
            <a:ext cx="12191695" cy="55483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1554"/>
            <a:ext cx="12191695" cy="48948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1709"/>
            <a:ext cx="12191695" cy="52145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10636-4640-4D40-9933-078D7E3E0053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1967</Words>
  <Application>Microsoft Macintosh PowerPoint</Application>
  <PresentationFormat>Widescreen</PresentationFormat>
  <Paragraphs>188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6</cp:revision>
  <dcterms:created xsi:type="dcterms:W3CDTF">2013-01-27T09:14:16Z</dcterms:created>
  <dcterms:modified xsi:type="dcterms:W3CDTF">2026-03-20T10:46:02Z</dcterms:modified>
  <cp:category/>
</cp:coreProperties>
</file>