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502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engineering/effective-context-engineering-for-ai-agen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</a:t>
            </a:r>
            <a:endParaRPr lang="en-US" sz="4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AI Agents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from </a:t>
            </a:r>
            <a:r>
              <a:rPr lang="en-US" sz="18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Anthropic's engineering blog</a:t>
            </a:r>
            <a:endParaRPr lang="en-US" sz="1800" dirty="0"/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reliableai.github.io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  ·  University of Trento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Context Engineering?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strategic curation of all tokens available to an LLM during inference.</a:t>
            </a:r>
            <a:endParaRPr lang="en-US" sz="2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2B31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"prompt engineering" — it's the entire information state.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36576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73152" cy="18288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context includes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&amp; instructions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definitions &amp; schemas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&amp; memory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information (RAG)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834640"/>
            <a:ext cx="36576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2834640"/>
            <a:ext cx="73152" cy="18288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2880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finite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32461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experience "context rot" — accuracy declines as the window fills. Every token competes for the model's attention budget.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Context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L2: full history grows quadratically in cost — context engineering manages this tradeoff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55448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0936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79576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 Budget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9576" y="182880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creates n² pairwise relationships. Longer sequences strain the model's capacity.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274320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9576" y="2724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Rot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79576" y="301752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declines as the window fills. Not all tokens are equally useful — some are noise.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" y="393192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9576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 vs. Noise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9576" y="4206240"/>
            <a:ext cx="7232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context engineering means finding the smallest, highest-signal set of tokens that maximizes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320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Pillars of Context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21031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73152" cy="210312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find the right altitude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brittle: </a:t>
            </a: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"if user says X do Y" rules create fragile systems that break on edge cases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vague: </a:t>
            </a: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helpful and accurate" gives the model no concrete signal to act on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sweet spot: </a:t>
            </a: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 to guide behavior, flexible enough for strong heuristics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into distinct sections: background → instructions → tool guidance → output format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minimal, then add clarity iteratively based on observed failure modes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prompt as code: version it, test it, review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3657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73152" cy="13716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Self-contained, well-understood by the model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parameters, descriptive names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bloated toolsets — fewer, sharper tools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token-efficient information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291840"/>
            <a:ext cx="3657600" cy="1371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3291840"/>
            <a:ext cx="73152" cy="13716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3337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(Few-Shot)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120640" y="361188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diverse, canonical examples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"Pictures worth a thousand words" for LLMs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exhaustive edge-case lists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what success looks like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Just-in-Time Retrieval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pre-load everything. Load data dynamically via tools at runtime.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solidFill>
            <a:srgbClr val="1E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5486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Progressive Disclosure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3611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lightweight identifiers (paths, URLs, queries)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load data via tools at runtime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discover context incrementally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file metadata (size, timestamps) as relevance signals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108960"/>
          </a:xfrm>
          <a:prstGeom prst="rect">
            <a:avLst/>
          </a:prstGeom>
          <a:solidFill>
            <a:srgbClr val="1E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Strategy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upfront retrieval for speed with autonomous exploration for coverage.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8803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Claude Code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32004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pre-loaded for project context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glob/grep tools for dynamic file discovery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for deep exploration tasks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Long-Horizon Tasks: Compaction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Lab: agent_with_memory.py uses windowed context + LLM summaries — this is compaction in 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3152" cy="292608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context approaches limits, compress conversation into a summary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Reinitiate with compressed summary as new context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architecture decisions and critical details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redundant tool outputs first — the safest form of compaction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29260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73152" cy="292608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recall first — capture everything that matters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improve precision — eliminate the superfluous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clearing = safest, lightest compaction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lossy — you choose what to keep and what to lose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Long-Horizon: Notes &amp; Sub-Agents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54864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Note-Taking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"Agentic Memory"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writes externally-persisted notes during work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pulled back into context after resets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multi-hour coherence across context windows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iterative development with clear milestones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1E2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Sub-Agent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"Clean Context Windows"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611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sub-agents handle focused tasks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agent coordinates via high-level plan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return condensed summaries (1–2K tokens)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research requiring parallel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F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Right Strategy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057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2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 back-and-forth tasks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losing important details in summaries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Note-Taking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dev with clear milestones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structured note design upfront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research, parallel exploration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Coordination overhead, duplication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production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31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of combining approaches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474720"/>
            <a:ext cx="7680960" cy="10972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31520" y="3474720"/>
            <a:ext cx="73152" cy="109728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97280" y="35204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38404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1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shifts the work from writing the perfect prompt to thoughtfully curating all information entering the model's limited attention budget.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Principles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30936" y="118872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0936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9576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Smallest High-Signal 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79576" y="1463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overly specific nor vaguely general. Find the minimal tokens that maximize outcomes.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" y="214884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9576" y="2130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Decide, Tools Execute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9576" y="2423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tools with clear schemas. The model picks the tool; the tool does the 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" y="310896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9576" y="3090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 Is a Design Decision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9576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feature to bolt on. Explicitly choose what to keep, persist, and forget.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" y="4069080"/>
            <a:ext cx="457200" cy="457200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9576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Is Constructed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79576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starts fresh. You assemble the context — instructions, history, retrieved data, memory.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2C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is everything.</a:t>
            </a:r>
            <a:endParaRPr lang="en-US" sz="4200" dirty="0"/>
          </a:p>
          <a:p>
            <a:pPr marL="0" indent="0" algn="l">
              <a:buNone/>
            </a:pPr>
            <a:endParaRPr lang="en-US" sz="42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Smarter models need less prescriptive engineering —</a:t>
            </a:r>
            <a:endParaRPr lang="en-US" sz="4200" dirty="0"/>
          </a:p>
          <a:p>
            <a:pPr marL="0" indent="0" algn="l">
              <a:buNone/>
            </a:pPr>
            <a:r>
              <a:rPr lang="en-US" sz="1800" i="1" dirty="0">
                <a:solidFill>
                  <a:srgbClr val="00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 context remains a precious, finite resource.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Engineering — "Effective Context Engineering for AI Agents"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Fabio Casati  ·  University of Trento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EEF5F5-90E1-FB44-A5FF-E4460ED7F58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7787</TotalTime>
  <Words>813</Words>
  <Application>Microsoft Macintosh PowerPoint</Application>
  <PresentationFormat>On-screen Show (16:9)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for AI Agents</dc:title>
  <dc:subject>PptxGenJS Presentation</dc:subject>
  <dc:creator>Fabio Casati</dc:creator>
  <cp:lastModifiedBy>Casati, Fabio</cp:lastModifiedBy>
  <cp:revision>4</cp:revision>
  <dcterms:created xsi:type="dcterms:W3CDTF">2026-02-27T10:25:49Z</dcterms:created>
  <dcterms:modified xsi:type="dcterms:W3CDTF">2026-03-04T23:40:27Z</dcterms:modified>
</cp:coreProperties>
</file>