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2" d="100"/>
          <a:sy n="102" d="100"/>
        </p:scale>
        <p:origin x="192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68B52-4F89-06B4-597D-CFC59E54B4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13D747-8278-D079-2EC4-F49B0A8ED5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C6950-AF75-75CC-1861-4D2469559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6AF81-9B71-0442-8288-D01EBFB19CF5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42517F-837B-AD45-3D9D-B37C7AB24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68E41-8807-3EBF-7A81-F442C4B78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7E7EA-4913-AF4F-89C5-06D85B41E1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920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020D3-2DD2-0FD3-0D2B-F0FA43068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A3C74-0439-BAB3-7FC0-8C282CF71C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0F568B-A5D5-CD17-F40E-4F87D4619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6AF81-9B71-0442-8288-D01EBFB19CF5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CA1D9-9A98-A936-71F1-BC6367F39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6A4B82-C196-4303-9568-F52A9B611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7E7EA-4913-AF4F-89C5-06D85B41E1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298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F4E65-A3E6-0FDB-98F9-978E6002E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33DBF6-F4C3-29F0-0A74-AD030851EA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C2A31-9D7D-E2CA-6C51-2A28E980D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6AF81-9B71-0442-8288-D01EBFB19CF5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4E2605-DD6E-DA77-8BA8-4FA2289DD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368E6-FFE2-668E-9FA4-B70774192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7E7EA-4913-AF4F-89C5-06D85B41E1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183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B1053-D4FD-0660-96FB-EC50BCB73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73968-EA5C-E00D-2B5B-ECDAA79150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876276-B02D-DE36-7A37-56F7808B1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BA9196-9140-665E-7014-4F7EF4A5A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6AF81-9B71-0442-8288-D01EBFB19CF5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645329-6E52-88B0-E091-EB1EAD64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D88383-3F5E-B573-BE41-DD6F22827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7E7EA-4913-AF4F-89C5-06D85B41E1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058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0A14E-406C-A758-6B23-E2FA55346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6C63F5-C54F-9F74-954C-8E82BAA4E2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EEB12C-B3BC-7A64-4C20-6781FAA24C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E5EC60-84EC-68AA-0330-C9CF1391D7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FBEF71-3E22-FC7D-15B5-F60FD71486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97352E-C797-3D15-7ECD-3634FE9F4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6AF81-9B71-0442-8288-D01EBFB19CF5}" type="datetimeFigureOut">
              <a:rPr lang="en-US" smtClean="0"/>
              <a:t>3/20/26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2133BE-042E-8FF6-E731-B164029CF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57F01D-FA1F-09AD-3D14-CEE4B05B0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7E7EA-4913-AF4F-89C5-06D85B41E1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462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8AFAF-0E33-B9DE-3BBC-688B30F14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EBBCBA-3A62-4B51-6125-0E642C362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6AF81-9B71-0442-8288-D01EBFB19CF5}" type="datetimeFigureOut">
              <a:rPr lang="en-US" smtClean="0"/>
              <a:t>3/20/26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F76739-D2FD-9E7D-FF11-B725ACC2F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B2B694-0A8C-9DE9-CE84-89B6AFEE0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7E7EA-4913-AF4F-89C5-06D85B41E1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058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616B97-A4C9-CA4D-C9CA-D74710F57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6AF81-9B71-0442-8288-D01EBFB19CF5}" type="datetimeFigureOut">
              <a:rPr lang="en-US" smtClean="0"/>
              <a:t>3/20/26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DA64E0-528C-FC40-6B1C-22242D060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37D974-419C-EDD2-F3A3-05205753D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7E7EA-4913-AF4F-89C5-06D85B41E1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783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560CB-F586-7C9E-6F18-7CC79A169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956F8-98BF-8685-4AD1-2AFC78F72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626E6B-5FAB-4F24-EB6B-A9FD156125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08507A-77B5-A1EE-5F89-0E0B31FE1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6AF81-9B71-0442-8288-D01EBFB19CF5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B55F58-C8B1-C264-90A5-69F39DCC5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E836E8-CDDF-14AA-7C30-4F5459537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7E7EA-4913-AF4F-89C5-06D85B41E1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971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E6075-530B-EB7E-3ABF-2552789B9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227D49-2788-0F1B-FDD4-B459E899AD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62E55B-A25F-80B8-989D-10EAB0D6D9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1DE575-2648-4F50-CC5F-9A64881A7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6AF81-9B71-0442-8288-D01EBFB19CF5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19E615-4141-900B-8371-1A4B3C4CD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A0F4F2-3DAA-0335-B424-7F93950C7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7E7EA-4913-AF4F-89C5-06D85B41E1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422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233DF-8E8A-DD68-16A0-A03E87B25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10A1EB-F932-05DF-CFA5-A9E2CCA1ED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F1E3F8-43B2-C9C8-957E-47BEB6D98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6AF81-9B71-0442-8288-D01EBFB19CF5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08ED4-6E3E-9A27-B022-C088BF885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AB5D3C-C81D-1155-F874-CFAF50FF5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7E7EA-4913-AF4F-89C5-06D85B41E1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578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A5BE52-7087-3661-D0A3-FAA1266213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E41A23-F2E5-E0D7-84DA-8346E6DFE7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A5114F-FA71-8000-44FC-FC8ED3F0C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6AF81-9B71-0442-8288-D01EBFB19CF5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9FE1C-01D6-D571-C16E-CFB6267F8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F818C-798A-A8FF-2568-101FF491A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7E7EA-4913-AF4F-89C5-06D85B41E1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48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EBB479-BFCF-8EEB-D6FC-40863C994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56CFE-6B88-2BA6-5979-8693364BB7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EE969-F2AF-8412-F1C8-E2E355F15E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76AF81-9B71-0442-8288-D01EBFB19CF5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C4698-5928-E833-37E2-8CCCB2F066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3268E1-8BF0-CBD4-C96C-02EC5CB4A1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A7E7EA-4913-AF4F-89C5-06D85B41E1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071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052AE-418A-08BA-B8B8-0907C986A0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419A27-3ADC-6604-E5D6-0287CE516B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327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Casati, Fabio</dc:creator>
  <cp:lastModifiedBy>Casati, Fabio</cp:lastModifiedBy>
  <cp:revision>1</cp:revision>
  <dcterms:created xsi:type="dcterms:W3CDTF">2026-03-20T11:24:45Z</dcterms:created>
  <dcterms:modified xsi:type="dcterms:W3CDTF">2026-03-20T11:24:57Z</dcterms:modified>
</cp:coreProperties>
</file>