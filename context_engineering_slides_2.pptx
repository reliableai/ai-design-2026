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33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502920"/>
            <a:ext cx="1828800" cy="18288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0" y="502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AI Agents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from Anthropic's engineering blog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Large Scale AI Systems — Spring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Context Engineering?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0" cy="3474720"/>
          </a:xfrm>
          <a:prstGeom prst="rect">
            <a:avLst/>
          </a:prstGeom>
          <a:solidFill>
            <a:srgbClr val="FEFDF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64008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curation of all tokens available to an LLM during inference.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"prompt engineering" — it's the entire information state: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instructions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 &amp; schemas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&amp; memory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information (RAG)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108960" cy="3474720"/>
          </a:xfrm>
          <a:prstGeom prst="rect">
            <a:avLst/>
          </a:prstGeom>
          <a:solidFill>
            <a:srgbClr val="0F2B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03720" y="15087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037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0" y="2240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a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resource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60720" y="3063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experience "context rot" — accuracy declines as context grows. Every token competes for the model's attention budget.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Context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connection: L2 showed that full history grows quadratically in cost.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discipline of managing this tradeoff.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468880" cy="2468880"/>
          </a:xfrm>
          <a:prstGeom prst="rect">
            <a:avLst/>
          </a:prstGeom>
          <a:solidFill>
            <a:srgbClr val="FEFDF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18488" y="2423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1848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Budget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creates n² pairwise relationships. Longer sequences strain the model's capacity.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240280"/>
            <a:ext cx="2468880" cy="2468880"/>
          </a:xfrm>
          <a:prstGeom prst="rect">
            <a:avLst/>
          </a:prstGeom>
          <a:solidFill>
            <a:srgbClr val="FEFDF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61688" y="2423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6168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Rot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429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declines as the window fills. Not all tokens are equally useful — some are noise.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240280"/>
            <a:ext cx="2468880" cy="2468880"/>
          </a:xfrm>
          <a:prstGeom prst="rect">
            <a:avLst/>
          </a:prstGeom>
          <a:solidFill>
            <a:srgbClr val="FEFDF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04888" y="2423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0488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3017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vs. Noise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find the smallest, highest-signal set of tokens that maximizes desired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Effective Context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97480" cy="374904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altitude: specific enough to guide, flexible for heuristics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brittle hardcoded logic AND vague hand-waving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Organize: background → instructions → tools → output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minimal, add clarity from failure modes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97480" cy="374904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348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well-understood by the model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parameters, descriptive and unambiguous names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bloated toolsets — if you can't tell which tool, neither can the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token-efficient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374904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2376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diverse, canonical few-shot examples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"Examples are pictures worth a thousand words" for LLMs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exhaustive edge-case lists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what success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Just-in-Time Context Retrieval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114800" cy="3657600"/>
          </a:xfrm>
          <a:prstGeom prst="rect">
            <a:avLst/>
          </a:prstGeom>
          <a:solidFill>
            <a:srgbClr val="FEFDF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Progressive Disclosure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pre-load everything. Instead: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lightweight identifiers (paths, URLs, queries)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load data via tools at runtime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discover context incrementally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metadata as relevance signals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3474720" cy="3657600"/>
          </a:xfrm>
          <a:prstGeom prst="rect">
            <a:avLst/>
          </a:prstGeom>
          <a:solidFill>
            <a:srgbClr val="0F2B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Strategy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965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upfront retrieval for speed with autonomous exploration for coverage.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2834640"/>
            <a:ext cx="3108960" cy="173736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Claude 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32918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pre-loaded for project context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glob/grep tools for dynamic file discovery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deep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Long-Horizon Tasks: Compaction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connection: agent_with_memory.py uses windowed context + LLM summaries — compaction in action.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7863840" cy="2743200"/>
          </a:xfrm>
          <a:prstGeom prst="rect">
            <a:avLst/>
          </a:prstGeom>
          <a:solidFill>
            <a:srgbClr val="FEFDF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&amp; Reinitiate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2926080"/>
            <a:ext cx="3474720" cy="1691640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3375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context approaches limits, compress into summary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Reinitiate conversation with compressed context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architecture decisions &amp; critical details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redundant tool outputs first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3474720" cy="1691640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3375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recall first — capture everything that matters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improve precision — eliminate the superfluous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clearing = safest, lightest compaction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lossy — you choose what to keep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Long-Horizon: Notes &amp; Sub-Agents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65760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Note-Taking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Memory"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externally-persisted notes during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pulled back into context after resets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multi-hour coherence across context windows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iterative development with clear milestones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65760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8348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Sub-Agent Architecture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Context Windows"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sub-agents handle focused tasks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coordinates via high-level 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return condensed summaries (1-2K tokens)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research, parallel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Strategy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Strategy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Best For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Tradeoff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back-and-forth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losing important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Note-Taking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dev with clear milestones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structured note design upfront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research, parallel exploration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overhead, duplication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production systems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of combining approaches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solidFill>
            <a:srgbClr val="0F2B3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42062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shifts the work from writing the perfect prompt to thoughtfully curating all information entering the model's limited attention budget.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2527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252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Smallest High-Signal 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4813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overly specific nor vaguely general. Find the minimal tokens that maximize outcomes.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2128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Decide, Tools Execute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4414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tools with clear schemas. The model picks the tool; the tool does the work.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8680" y="317296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1729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Is a Design Decision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4015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feature to bolt on. Explicitly choose what to keep, persist, and forget.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solidFill>
            <a:srgbClr val="142F3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13308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133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Constructed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3616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starts fresh. You assemble the context — instructions, history, retrieved data, memory.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502920"/>
            <a:ext cx="1828800" cy="1828800"/>
          </a:xfrm>
          <a:prstGeom prst="ellipse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0" y="5029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everything.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models need less prescriptive engineering —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context remains a precious, finite resource.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4023360"/>
            <a:ext cx="5486400" cy="822960"/>
          </a:xfrm>
          <a:prstGeom prst="rect">
            <a:avLst/>
          </a:prstGeom>
          <a:solidFill>
            <a:srgbClr val="142F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4069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Engineering — "Effective Context Engineering for AI Agents"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4434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Large Scale AI Systems — University of Trento, Spring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2A6294-36D8-1647-BA26-E511DFB084C7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Macintosh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for AI Agents</dc:title>
  <dc:subject>PptxGenJS Presentation</dc:subject>
  <dc:creator>Fabio Casati</dc:creator>
  <cp:lastModifiedBy>Casati, Fabio</cp:lastModifiedBy>
  <cp:revision>2</cp:revision>
  <dcterms:created xsi:type="dcterms:W3CDTF">2026-02-27T07:47:32Z</dcterms:created>
  <dcterms:modified xsi:type="dcterms:W3CDTF">2026-02-27T11:08:16Z</dcterms:modified>
</cp:coreProperties>
</file>