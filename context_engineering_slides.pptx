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AI Agents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from Anthropic's engineering blog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reliableai.github.io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Casati  ·  University of Trento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3474720"/>
            <a:ext cx="1645920" cy="1645920"/>
          </a:xfrm>
          <a:prstGeom prst="ellipse">
            <a:avLst/>
          </a:prstGeom>
          <a:solidFill>
            <a:srgbClr val="00D2C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840480"/>
            <a:ext cx="1097280" cy="1097280"/>
          </a:xfrm>
          <a:prstGeom prst="ellipse">
            <a:avLst/>
          </a:prstGeom>
          <a:solidFill>
            <a:srgbClr val="00D2C6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Context Engineering?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strategic curation of all tokens available to an LLM during inference.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B31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"prompt engineering" — it's the entire information state.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36576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834640"/>
            <a:ext cx="73152" cy="18288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context includes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instructions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 &amp; schemas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&amp; memory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information (RAG)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834640"/>
            <a:ext cx="36576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834640"/>
            <a:ext cx="73152" cy="18288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finite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32461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experience "context rot" — accuracy declines as the window fills. Every token competes for the model's attention budget.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Context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L2: full history grows quadratically in cost — context engineering manages this tradeoff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55448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9576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Budget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9576" y="1828800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creates n² pairwise relationships. Longer sequences strain the model's capacity.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" y="274320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9576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Rot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9576" y="3017520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declines as the window fills. Not all tokens are equally useful — some are noise.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" y="393192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9576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vs. Noise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9576" y="4206240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context engineering means finding the smallest, highest-signal set of tokens that maximizes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463040" cy="32004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3200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Pillars of Context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05840"/>
            <a:ext cx="73152" cy="210312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find the right altitude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brittle: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"if user says X do Y" rules create fragile systems that break on edge cases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helpful and accurate" gives the model no concrete signal to act 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enough to guide behavior, flexible enough for strong heuristics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into distinct sections: background → instructions → tool guidance → output format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minimal, then add clarity iteratively based on observed failure modes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prompt as code: version it, test it, review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36576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91840"/>
            <a:ext cx="73152" cy="13716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well-understood by the model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parameters, descriptive names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bloated toolsets — fewer, sharper tools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token-efficient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91840"/>
            <a:ext cx="36576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3291840"/>
            <a:ext cx="73152" cy="13716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(Few-Shot)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3611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diverse, canonical examples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"Pictures worth a thousand words" for LLMs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exhaustive edge-case lists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what success looks like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Just-in-Time Retrieval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pre-load everything. Load data dynamically via tools at runtime.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solidFill>
            <a:srgbClr val="1E24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Disclosure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11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lightweight identifiers (paths, URLs, queries)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load data via tools at runtime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discover context incrementally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metadata (size, timestamps) as relevance signals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3108960"/>
          </a:xfrm>
          <a:prstGeom prst="rect">
            <a:avLst/>
          </a:prstGeom>
          <a:solidFill>
            <a:srgbClr val="1E244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5544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Strategy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upfront retrieval for speed with autonomous exploration for coverage.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Claude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32004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pre-loaded for project context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glob/grep tools for dynamic file discovery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for deep exploration tasks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Long-Horizon Tasks: Compaction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Lab: agent_with_memory.py uses windowed context + LLM summaries — this is compaction in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73152" cy="292608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context approaches limits, compress conversation into a summary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Reinitiate with compressed summary as new context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architecture decisions and critical details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redundant tool outputs first — the safest form of compaction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554480"/>
            <a:ext cx="73152" cy="292608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recall first — capture everything that matters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improve precision — eliminate the superfluous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clearing = safest, lightest compaction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lossy — you choose what to keep and what to lose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Long-Horizon: Notes &amp; Sub-Agents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4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Note-Taking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 Memory"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externally-persisted notes during work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pulled back into context after resets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multi-hour coherence across context windows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iterative development with clear milestones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E244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Sub-Agent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Context Windows"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sub-agents handle focused tasks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coordinates via high-level plan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return condensed summaries (1–2K tokens)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research requiring parallel exploration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the Right Strategy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back-and-forth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losing important details in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Note-Taking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dev with clear milestones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structured note design upfront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research, parallel exploration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overhead, duplication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production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of combining approaches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3474720"/>
            <a:ext cx="73152" cy="109728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38404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shifts the work from writing the perfect prompt to thoughtfully curating all information entering the model's limited attention budget.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30936" y="118872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4" name="Text 2"/>
          <p:cNvSpPr/>
          <p:nvPr/>
        </p:nvSpPr>
        <p:spPr>
          <a:xfrm>
            <a:off x="630936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79576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Smallest High-Signal 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9576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overly specific nor vaguely general. Find the minimal tokens that maximize outcomes.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" y="214884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9576" y="2130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Decide, Tools Execute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9576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tools with clear schemas. The model picks the tool; the tool does the 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" y="310896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9576" y="3090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Is a Design Decision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9576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feature to bolt on. Explicitly choose what to keep, persist, and forget.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" y="406908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9576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Is Constructed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9576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starts fresh. You assemble the context — instructions, history, retrieved data, memory.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C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is everything.</a:t>
            </a:r>
            <a:endParaRPr lang="en-US" sz="4200" dirty="0"/>
          </a:p>
          <a:p>
            <a:pPr algn="l" indent="0" marL="0">
              <a:buNone/>
            </a:pPr>
            <a:endParaRPr lang="en-US" sz="42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00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Smarter models need less prescriptive engineering —</a:t>
            </a:r>
            <a:endParaRPr lang="en-US" sz="42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00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context remains a precious, finite resource.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Engineering — "Effective Context Engineering for AI Agents"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Casati  ·  University of Trento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3474720"/>
            <a:ext cx="1645920" cy="1645920"/>
          </a:xfrm>
          <a:prstGeom prst="ellipse">
            <a:avLst/>
          </a:prstGeom>
          <a:solidFill>
            <a:srgbClr val="00D2C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840480"/>
            <a:ext cx="1097280" cy="1097280"/>
          </a:xfrm>
          <a:prstGeom prst="ellipse">
            <a:avLst/>
          </a:prstGeom>
          <a:solidFill>
            <a:srgbClr val="00D2C6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for AI Agents</dc:title>
  <dc:subject>PptxGenJS Presentation</dc:subject>
  <dc:creator>Fabio Casati</dc:creator>
  <cp:lastModifiedBy>Fabio Casati</cp:lastModifiedBy>
  <cp:revision>1</cp:revision>
  <dcterms:created xsi:type="dcterms:W3CDTF">2026-02-27T10:25:49Z</dcterms:created>
  <dcterms:modified xsi:type="dcterms:W3CDTF">2026-02-27T10:25:49Z</dcterms:modified>
</cp:coreProperties>
</file>